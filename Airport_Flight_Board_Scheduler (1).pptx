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4965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an airport flight information board paired with a scheduler that manages flights, gates and time slots.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four core pain points: manual scheduling, outdated information, resource conflicts, and poor passenger experience.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four-stage flow from data input to the live board, then highlight the three key benefits.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scheduling logic step by step, then list the core modules of the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benefits and outline possible future enhancements.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486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09728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Airport Flight Board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Scheduler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6060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system for displaying flight information and scheduling airport resources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383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70332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Kaushik</a:t>
            </a:r>
            <a:r>
              <a:rPr lang="en-US" sz="14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  2620030525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Karunya</a:t>
            </a:r>
            <a:r>
              <a:rPr lang="en-US" sz="14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 2620090030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Tanush</a:t>
            </a:r>
            <a:r>
              <a:rPr lang="en-US" sz="14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   2620080120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754880" y="822960"/>
            <a:ext cx="3931920" cy="3429000"/>
          </a:xfrm>
          <a:prstGeom prst="roundRect">
            <a:avLst>
              <a:gd name="adj" fmla="val 3200"/>
            </a:avLst>
          </a:prstGeom>
          <a:solidFill>
            <a:srgbClr val="14263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83480" y="1188720"/>
          <a:ext cx="3474720" cy="2688336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7F93A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FLIGHT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2743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6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7F93A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DEST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2743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6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7F93A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TIME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2743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6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7F93A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STATUS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2743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6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AI 202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2743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6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LONDON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2743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6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09:15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2743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6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ADE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ON TIME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2743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6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EK 511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2743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6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DUBAI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2743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6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09:40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2743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6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60A5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BOARDING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2743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6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SQ 423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2743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6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SINGAPORE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2743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6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10:05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2743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6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5B30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DELAYED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2743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6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6E 731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2743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6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BENGALURU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2743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6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10:30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2743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6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ADE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ON TIME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2743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6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 118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2743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6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NEW YORK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2743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6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11:10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2743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6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60A5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GATE B7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2743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6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LH 761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2743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6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FRANKFURT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2743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6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11:45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2743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6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ADE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ON TIME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2743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6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1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Airports handle hundreds of flights every day, yet many still depend on fragmented, manual processes.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886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2171700"/>
            <a:ext cx="548640" cy="548640"/>
          </a:xfrm>
          <a:prstGeom prst="ellipse">
            <a:avLst/>
          </a:prstGeom>
          <a:solidFill>
            <a:srgbClr val="0B162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04288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Scheduling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23317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 and phone calls make timetable changes slow and error-prone.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800600" y="1828800"/>
            <a:ext cx="3886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029200" y="2171700"/>
            <a:ext cx="548640" cy="548640"/>
          </a:xfrm>
          <a:prstGeom prst="ellipse">
            <a:avLst/>
          </a:prstGeom>
          <a:solidFill>
            <a:srgbClr val="0B1626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230428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7607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Information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5760720" y="23317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Passengers and staff see outdated departure times and gate details.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3246120"/>
            <a:ext cx="3886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85800" y="3589020"/>
            <a:ext cx="548640" cy="548640"/>
          </a:xfrm>
          <a:prstGeom prst="ellipse">
            <a:avLst/>
          </a:prstGeom>
          <a:solidFill>
            <a:srgbClr val="0B1626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721608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17320" y="3383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Conflicts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417320" y="37490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Double-booked gates and overlapping slots cause cascading delays.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800600" y="3246120"/>
            <a:ext cx="3886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029200" y="3589020"/>
            <a:ext cx="548640" cy="548640"/>
          </a:xfrm>
          <a:prstGeom prst="ellipse">
            <a:avLst/>
          </a:prstGeom>
          <a:solidFill>
            <a:srgbClr val="0B1626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6360" y="3721608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760720" y="3383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Passenger Experience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5760720" y="37490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at the terminal leads to missed flights and long queues.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1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integrated platform that automates scheduling and pushes live updates to every display.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828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011680"/>
            <a:ext cx="502920" cy="502920"/>
          </a:xfrm>
          <a:prstGeom prst="ellipse">
            <a:avLst/>
          </a:prstGeom>
          <a:solidFill>
            <a:srgbClr val="0B162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2139696"/>
            <a:ext cx="246888" cy="2468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6060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Data Input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92608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Airlines and staff enter schedules, aircraft and gate details.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 rot="5400000">
            <a:off x="2350008" y="2624328"/>
            <a:ext cx="182880" cy="182880"/>
          </a:xfrm>
          <a:prstGeom prst="triangle">
            <a:avLst/>
          </a:prstGeom>
          <a:solidFill>
            <a:srgbClr val="F5B301"/>
          </a:solidFill>
          <a:ln/>
        </p:spPr>
      </p:sp>
      <p:sp>
        <p:nvSpPr>
          <p:cNvPr id="10" name="Shape 7"/>
          <p:cNvSpPr/>
          <p:nvPr/>
        </p:nvSpPr>
        <p:spPr>
          <a:xfrm>
            <a:off x="2587752" y="1828800"/>
            <a:ext cx="1828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70632" y="2011680"/>
            <a:ext cx="502920" cy="502920"/>
          </a:xfrm>
          <a:prstGeom prst="ellipse">
            <a:avLst/>
          </a:prstGeom>
          <a:solidFill>
            <a:srgbClr val="0B1626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8648" y="2139696"/>
            <a:ext cx="246888" cy="24688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770632" y="26060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Engine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2770632" y="292608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gates and time slots and detects conflicts automatically.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 rot="5400000">
            <a:off x="4480560" y="2624328"/>
            <a:ext cx="182880" cy="182880"/>
          </a:xfrm>
          <a:prstGeom prst="triangle">
            <a:avLst/>
          </a:prstGeom>
          <a:solidFill>
            <a:srgbClr val="F5B301"/>
          </a:solidFill>
          <a:ln/>
        </p:spPr>
      </p:sp>
      <p:sp>
        <p:nvSpPr>
          <p:cNvPr id="16" name="Shape 12"/>
          <p:cNvSpPr/>
          <p:nvPr/>
        </p:nvSpPr>
        <p:spPr>
          <a:xfrm>
            <a:off x="4718304" y="1828800"/>
            <a:ext cx="1828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901184" y="2011680"/>
            <a:ext cx="502920" cy="502920"/>
          </a:xfrm>
          <a:prstGeom prst="ellipse">
            <a:avLst/>
          </a:prstGeom>
          <a:solidFill>
            <a:srgbClr val="0B1626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2139696"/>
            <a:ext cx="246888" cy="24688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901184" y="26060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Database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4901184" y="292608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schedules and live status as a single source of truth.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 rot="5400000">
            <a:off x="6611112" y="2624328"/>
            <a:ext cx="182880" cy="182880"/>
          </a:xfrm>
          <a:prstGeom prst="triangle">
            <a:avLst/>
          </a:prstGeom>
          <a:solidFill>
            <a:srgbClr val="F5B301"/>
          </a:solidFill>
          <a:ln/>
        </p:spPr>
      </p:sp>
      <p:sp>
        <p:nvSpPr>
          <p:cNvPr id="22" name="Shape 17"/>
          <p:cNvSpPr/>
          <p:nvPr/>
        </p:nvSpPr>
        <p:spPr>
          <a:xfrm>
            <a:off x="6848856" y="1828800"/>
            <a:ext cx="1828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031736" y="2011680"/>
            <a:ext cx="502920" cy="502920"/>
          </a:xfrm>
          <a:prstGeom prst="ellipse">
            <a:avLst/>
          </a:prstGeom>
          <a:solidFill>
            <a:srgbClr val="0B1626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9752" y="2139696"/>
            <a:ext cx="246888" cy="24688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031736" y="26060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Flight Board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7031736" y="292608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departures and arrivals in real time to passengers.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457200" y="3931920"/>
            <a:ext cx="2560320" cy="548640"/>
          </a:xfrm>
          <a:prstGeom prst="roundRect">
            <a:avLst>
              <a:gd name="adj" fmla="val 50000"/>
            </a:avLst>
          </a:prstGeom>
          <a:solidFill>
            <a:srgbClr val="0B1626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457200" y="3931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updates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3291840" y="3931920"/>
            <a:ext cx="2560320" cy="548640"/>
          </a:xfrm>
          <a:prstGeom prst="roundRect">
            <a:avLst>
              <a:gd name="adj" fmla="val 50000"/>
            </a:avLst>
          </a:prstGeom>
          <a:solidFill>
            <a:srgbClr val="0B1626"/>
          </a:solidFill>
          <a:ln/>
        </p:spPr>
      </p:sp>
      <p:sp>
        <p:nvSpPr>
          <p:cNvPr id="30" name="Text 24"/>
          <p:cNvSpPr txBox="1"/>
          <p:nvPr/>
        </p:nvSpPr>
        <p:spPr>
          <a:xfrm>
            <a:off x="3291840" y="3931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Conflict-free scheduling</a:t>
            </a:r>
            <a:endParaRPr lang="en-US" sz="1400" dirty="0"/>
          </a:p>
        </p:txBody>
      </p:sp>
      <p:sp>
        <p:nvSpPr>
          <p:cNvPr id="31" name="Shape 25"/>
          <p:cNvSpPr/>
          <p:nvPr/>
        </p:nvSpPr>
        <p:spPr>
          <a:xfrm>
            <a:off x="6126480" y="3931920"/>
            <a:ext cx="2560320" cy="548640"/>
          </a:xfrm>
          <a:prstGeom prst="roundRect">
            <a:avLst>
              <a:gd name="adj" fmla="val 50000"/>
            </a:avLst>
          </a:prstGeom>
          <a:solidFill>
            <a:srgbClr val="0B1626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6126480" y="3931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1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in Detail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scheduler works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457200" cy="457200"/>
          </a:xfrm>
          <a:prstGeom prst="ellipse">
            <a:avLst/>
          </a:prstGeom>
          <a:solidFill>
            <a:srgbClr val="0B162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Request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011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or changed flight details are submitted.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457200" cy="457200"/>
          </a:xfrm>
          <a:prstGeom prst="ellipse">
            <a:avLst/>
          </a:prstGeom>
          <a:solidFill>
            <a:srgbClr val="0B162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423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Availability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697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Gates, runways and time slots are verified.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154680"/>
            <a:ext cx="457200" cy="457200"/>
          </a:xfrm>
          <a:prstGeom prst="ellipse">
            <a:avLst/>
          </a:prstGeom>
          <a:solidFill>
            <a:srgbClr val="0B162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108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Conflicts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383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Overlaps are flagged and reassigned automatically.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457200" cy="457200"/>
          </a:xfrm>
          <a:prstGeom prst="ellipse">
            <a:avLst/>
          </a:prstGeom>
          <a:solidFill>
            <a:srgbClr val="0B162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794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Update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4069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flight board refreshes instantly.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94960" y="1280160"/>
            <a:ext cx="3291840" cy="3200400"/>
          </a:xfrm>
          <a:prstGeom prst="roundRect">
            <a:avLst>
              <a:gd name="adj" fmla="val 2857"/>
            </a:avLst>
          </a:prstGeom>
          <a:solidFill>
            <a:srgbClr val="0B1626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5669280" y="1463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B30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Modules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0" y="201168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management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and slot allocation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status board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and gate-change alerts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0"/>
            <a:ext cx="365760" cy="365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05840" y="14630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Accurate, real-time flight information for passengers and staff</a:t>
            </a:r>
            <a:endParaRPr lang="en-US" sz="1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14600"/>
            <a:ext cx="365760" cy="36576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05840" y="24231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scheduling reduces conflicts and manual effort</a:t>
            </a:r>
            <a:endParaRPr lang="en-US" sz="16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74720"/>
            <a:ext cx="365760" cy="36576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005840" y="33832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design that adapts to growing airport traffic</a:t>
            </a:r>
            <a:endParaRPr lang="en-US" sz="1600" dirty="0"/>
          </a:p>
        </p:txBody>
      </p:sp>
      <p:sp>
        <p:nvSpPr>
          <p:cNvPr id="9" name="Shape 4"/>
          <p:cNvSpPr/>
          <p:nvPr/>
        </p:nvSpPr>
        <p:spPr>
          <a:xfrm>
            <a:off x="4937760" y="1371600"/>
            <a:ext cx="3749040" cy="3017520"/>
          </a:xfrm>
          <a:prstGeom prst="roundRect">
            <a:avLst>
              <a:gd name="adj" fmla="val 3030"/>
            </a:avLst>
          </a:prstGeom>
          <a:solidFill>
            <a:srgbClr val="14263F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5212080" y="1554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B30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2000" dirty="0"/>
          </a:p>
        </p:txBody>
      </p:sp>
      <p:sp>
        <p:nvSpPr>
          <p:cNvPr id="11" name="Text 6"/>
          <p:cNvSpPr txBox="1"/>
          <p:nvPr/>
        </p:nvSpPr>
        <p:spPr>
          <a:xfrm>
            <a:off x="5212080" y="210312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with flight alerts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delay prediction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airline and air-traffic APIs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Baggage and gate-change notifications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86200" y="822960"/>
            <a:ext cx="1371600" cy="1371600"/>
          </a:xfrm>
          <a:prstGeom prst="ellipse">
            <a:avLst/>
          </a:prstGeom>
          <a:solidFill>
            <a:srgbClr val="14263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234440"/>
            <a:ext cx="548640" cy="548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431</Words>
  <Application>Microsoft Office PowerPoint</Application>
  <PresentationFormat>On-screen Show (16:9)</PresentationFormat>
  <Paragraphs>101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Airport Flight Board &amp; Scheduler</dc:title>
  <dc:subject>PptxGenJS Presentation</dc:subject>
  <dc:creator>PptxGenJS</dc:creator>
  <cp:lastModifiedBy>Kaushik !</cp:lastModifiedBy>
  <cp:revision>2</cp:revision>
  <dcterms:created xsi:type="dcterms:W3CDTF">2026-09-21T07:45:44Z</dcterms:created>
  <dcterms:modified xsi:type="dcterms:W3CDTF">2026-09-21T07:57:16Z</dcterms:modified>
</cp:coreProperties>
</file>